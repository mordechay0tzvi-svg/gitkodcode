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mnNFXkUosxcVT0NyjxWdyCI2w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2026-06-01T12:05:14Z</dcterms:created>
  <dc:creator>Created by Marp</dc:creator>
</cp:coreProperties>
</file>